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 · КАЗАНЬ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7863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spc="-5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ОСВОБОДИМ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spc="-5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ОФИС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spc="-5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 КЛЮЧ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77240" y="4526280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28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6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ЗА ИМУЩЕСТВО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961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220" kern="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ПОДРЯДЧИК ВМЕСТО ДЕСЯТИ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48640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ОФИСНЫЙ ВЫЕЗД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24128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ИЗ ОФИСА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ПОЕДЕТ С ВАМИ?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200400"/>
            <a:ext cx="128016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51129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забираете — вы уже решили.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Остальное осталось вашей задачей.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21208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ПЕРЕЕЗД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596128"/>
            <a:ext cx="233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часть не влезет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новый офис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0240" y="5230368"/>
            <a:ext cx="9144" cy="914400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36544" y="521208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СОКРАЩЕНИЕ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36544" y="5596128"/>
            <a:ext cx="233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70 мест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нужны 35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9544" y="5230368"/>
            <a:ext cx="9144" cy="914400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5848" y="521208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ЗАКРЫТИЕ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5596128"/>
            <a:ext cx="233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нового помещения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вообще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08847" y="5230368"/>
            <a:ext cx="9144" cy="914400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55151" y="5212080"/>
            <a:ext cx="233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ОБНОВЛЕНИЕ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55151" y="5596128"/>
            <a:ext cx="233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старая мебель и ИТ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высвобождаются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2179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ПРОБЛЕМА ОФИСНОГО ВЫЕЗДА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60704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ПОСЛЕДНИЙ ШКАФ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БЛОКИРУЕТ АКТ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 ЖЕ, КАК ВЕСЬ ОФИС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1272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Ноутбуки и серверы уедут. Останется хвост: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84448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столов · 17 кресел · 3 шкафа · 2 тумбы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МФУ · микроволновка · стойка ресепшен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ковролин · доска · кабели · коробки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5175504"/>
            <a:ext cx="5212080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отдельности — терпимо.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Вместе — десятки решений и сорванный срок.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66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ПУТИ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252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решения «что забираем» вариантов ровно три</a:t>
            </a:r>
            <a:endParaRPr lang="en-US" sz="1500" dirty="0"/>
          </a:p>
        </p:txBody>
      </p:sp>
      <p:pic>
        <p:nvPicPr>
          <p:cNvPr id="5" name="Image 0" descr="/home/user/mysteryslavic-2026-07-19_16-47-00/presentations/office-client/assets/ill-vyvezt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709" y="1847088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ВЫВЕЗТИ ВСЁ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773168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Заплатить за вывоз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не вернуть ничего</a:t>
            </a:r>
            <a:endParaRPr lang="en-US" sz="1300" dirty="0"/>
          </a:p>
        </p:txBody>
      </p:sp>
      <p:pic>
        <p:nvPicPr>
          <p:cNvPr id="8" name="Image 1" descr="/home/user/mysteryslavic-2026-07-19_16-47-00/presentations/office-client/assets/ill-sam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48" y="1847088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75378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ПРОДАВАТЬ САМИМ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475378" y="4773168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Опись, фото, объявления, звонки,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показы — и хвост к дедлайну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54645" y="1700784"/>
            <a:ext cx="3478682" cy="3767328"/>
          </a:xfrm>
          <a:prstGeom prst="roundRect">
            <a:avLst>
              <a:gd name="adj" fmla="val 1577"/>
            </a:avLst>
          </a:prstGeom>
          <a:solidFill>
            <a:srgbClr val="1A2F3B">
              <a:alpha val="70000"/>
            </a:srgbClr>
          </a:solidFill>
          <a:ln w="15875">
            <a:solidFill>
              <a:srgbClr val="C89B45"/>
            </a:solidFill>
            <a:prstDash val="solid"/>
          </a:ln>
        </p:spPr>
      </p:sp>
      <p:pic>
        <p:nvPicPr>
          <p:cNvPr id="12" name="Image 2" descr="/home/user/mysteryslavic-2026-07-19_16-47-00/presentations/office-client/assets/ill-n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986" y="1847088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73517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spc="8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ОТДАТЬ НАМ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173517" y="4773168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пустое к дате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деньги за всё ликвидное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5989320"/>
            <a:ext cx="10637215" cy="548640"/>
          </a:xfrm>
          <a:prstGeom prst="roundRect">
            <a:avLst>
              <a:gd name="adj" fmla="val 8333"/>
            </a:avLst>
          </a:prstGeom>
          <a:solidFill>
            <a:srgbClr val="1A2F3B"/>
          </a:solidFill>
          <a:ln w="12700">
            <a:solidFill>
              <a:srgbClr val="6E542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6144768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ПОСЧИТАЕМ ЭТИ ТРИ ПУТИ ДЛЯ ВАШЕГО ОФИСА — В ДЕНЬГАХ И В ЧАСАХ ВАШИХ СОТРУДНИКОВ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326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ЭТО РАБОТАЕТ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760494" y="2670048"/>
            <a:ext cx="8670707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5" name="Shape 3"/>
          <p:cNvSpPr/>
          <p:nvPr/>
        </p:nvSpPr>
        <p:spPr>
          <a:xfrm>
            <a:off x="1339870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6" name="Image 0" descr="/home/user/mysteryslavic-2026-07-19_16-47-00/presentations/office-client/assets/ic-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98" y="2473452"/>
            <a:ext cx="393192" cy="393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 офиса на 3–5 минут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дата освобождения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7547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11" name="Image 1" descr="/home/user/mysteryslavic-2026-07-19_16-47-00/presentations/office-client/assets/ic-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75" y="247345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4917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944917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ОПИСЬ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МАРШРУТ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944917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каждой позиции: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продать, вывезти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или утилизировать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75224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16" name="Image 2" descr="/home/user/mysteryslavic-2026-07-19_16-47-00/presentations/office-client/assets/ic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252" y="247345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12593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112593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ТЕНДЕР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ПОКУПАТЕЛЕЙ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112593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ИТ, мебель и техника —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отдельно, по профильным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покупателям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42900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21" name="Image 3" descr="/home/user/mysteryslavic-2026-07-19_16-47-00/presentations/office-client/assets/ic-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928" y="2473452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80270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280270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ВЫВОЗ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ДАТЕ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280270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пропуска,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грузовой лифт, машины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0010577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26" name="Image 4" descr="/home/user/mysteryslavic-2026-07-19_16-47-00/presentations/office-client/assets/ic-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605" y="2473452"/>
            <a:ext cx="393192" cy="39319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47947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6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447947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</a:t>
            </a:r>
            <a:endParaRPr lang="en-US" sz="13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ДОКУМЕНТЫ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9447947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продано, за сколько,</a:t>
            </a:r>
            <a:endParaRPr lang="en-US" sz="115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утилизировано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77240" y="5797296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0C1D28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7240" y="579729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6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УЧАСТИЕ — ДО 90 МИНУТ ЗА ВЕСЬ ПРОЕКТ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ТАРИФЫ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961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ФОРМАТА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Выбираете по одному признаку: есть ли жёсткая дата освобождения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5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7" name="Image 0" descr="/home/user/mysteryslavic-2026-07-19_16-47-00/presentations/office-client/assets/ic-shopping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323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017520"/>
            <a:ext cx="43447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ИЗ ОФИСА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₽ + 25%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4261104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88720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13" name="Shape 10"/>
          <p:cNvSpPr/>
          <p:nvPr/>
        </p:nvSpPr>
        <p:spPr>
          <a:xfrm>
            <a:off x="1207008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35608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Имущество остаётся у вас до продажи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07008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5608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Оценка, лоты, объявления, покупатели, выдача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207008" y="5513832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435608" y="5440680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Подходит, когда срок не горит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46724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85000"/>
            </a:srgbClr>
          </a:solidFill>
          <a:ln w="19050">
            <a:solidFill>
              <a:srgbClr val="C89B45"/>
            </a:solidFill>
            <a:prstDash val="solid"/>
          </a:ln>
        </p:spPr>
      </p:sp>
      <p:pic>
        <p:nvPicPr>
          <p:cNvPr id="20" name="Image 1" descr="/home/user/mysteryslavic-2026-07-19_16-47-00/presentations/office-client/assets/ic-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4" y="243230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06844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B · РЕКОМЕНДУЕМ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658204" y="3017520"/>
            <a:ext cx="43447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ПОД КЛЮЧ</a:t>
            </a:r>
            <a:endParaRPr lang="en-US" sz="2100" dirty="0"/>
          </a:p>
        </p:txBody>
      </p:sp>
      <p:sp>
        <p:nvSpPr>
          <p:cNvPr id="23" name="Text 19"/>
          <p:cNvSpPr txBox="1"/>
          <p:nvPr/>
        </p:nvSpPr>
        <p:spPr>
          <a:xfrm>
            <a:off x="6658204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25 000 ₽ + 35%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6658204" y="4261104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58204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26" name="Shape 22"/>
          <p:cNvSpPr/>
          <p:nvPr/>
        </p:nvSpPr>
        <p:spPr>
          <a:xfrm>
            <a:off x="6676492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05092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свободно к согласованной дате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76492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05092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вывоз, хранение и реализация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76492" y="5513832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905092" y="5440680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Продаём дальше без вашего участия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777240" y="608990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spc="16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ЗА ИМУЩЕСТВО ПРИХОДЯТ НАПРЯМУЮ ВАШЕЙ КОМПАНИИ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· ОФИС 300 м², 25 РАБОЧИХ МЕСТ, ОСВОБОДИТЬ ЗА 5 ДНЕЙ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 ЖЕ ТРИ ПУТИ — В ДЕНЬГАХ И ЧАСАХ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675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6459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ЛИКВИДНОЕ ИМУЩЕСТВО ПО ОЦЕНКЕ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645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420 000 ₽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63624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ВЫВЕЗТИ ВСЁ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− 28 000 ₽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1161288" y="3913632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61288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 день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машины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утилизация — за ваш счёт.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Ликвидное уезжает в мусор.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4418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98466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00802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ПРОДАТЬ САМИМ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98466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+ 73 000 ₽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4798466" y="3913632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98466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98466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30 часов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98466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 — одним лотом за полцены.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Мебель и кухня — на вывоз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22 000 ₽.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1597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0C1D28"/>
          </a:solidFill>
          <a:ln w="12700">
            <a:solidFill>
              <a:srgbClr val="0C1D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5645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37981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ОТДАТЬ НАМ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35645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+ 248 000 ₽</a:t>
            </a:r>
            <a:endParaRPr lang="en-US" sz="3100" dirty="0"/>
          </a:p>
        </p:txBody>
      </p:sp>
      <p:sp>
        <p:nvSpPr>
          <p:cNvPr id="27" name="Shape 25"/>
          <p:cNvSpPr/>
          <p:nvPr/>
        </p:nvSpPr>
        <p:spPr>
          <a:xfrm>
            <a:off x="8435645" y="3913632"/>
            <a:ext cx="259476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35645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435645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90 минут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435645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Продано 420 000 ₽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минус наша услуга 172 000 ₽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(25 000 ₽ + 35%).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8704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по референсному объекту. Цены на б/у имущество и объём работ считаем по вашему видео.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 И ДАННЫЕ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96112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ТЕХНИКУ НЕ ОТДАЁМ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ОДНИМ ЛОТОМ С МЕБЕЛЬЮ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670048"/>
            <a:ext cx="3411626" cy="2651760"/>
          </a:xfrm>
          <a:prstGeom prst="roundRect">
            <a:avLst>
              <a:gd name="adj" fmla="val 1724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6" name="Image 0" descr="/home/user/mysteryslavic-2026-07-19_16-47-00/presentations/office-client/assets/ic-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054096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61288" y="371246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ОТДЕЛЬНАЯ ОЦЕНКА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61288" y="4151376"/>
            <a:ext cx="2643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Минимум 2–3 котировки на ИТ.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— вне общего офисного лота.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90034" y="2670048"/>
            <a:ext cx="3411626" cy="2651760"/>
          </a:xfrm>
          <a:prstGeom prst="roundRect">
            <a:avLst>
              <a:gd name="adj" fmla="val 1724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0" name="Image 1" descr="/home/user/mysteryslavic-2026-07-19_16-47-00/presentations/office-client/assets/ic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082" y="3054096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74082" y="371246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74082" y="4151376"/>
            <a:ext cx="2643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Учётные записи отвязываются,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накопители стираются или изымаются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передачи техники.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02829" y="2670048"/>
            <a:ext cx="3411626" cy="2651760"/>
          </a:xfrm>
          <a:prstGeom prst="roundRect">
            <a:avLst>
              <a:gd name="adj" fmla="val 1724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4" name="Image 2" descr="/home/user/mysteryslavic-2026-07-19_16-47-00/presentations/office-client/assets/ic-h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77" y="305409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86877" y="3712464"/>
            <a:ext cx="2643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86877" y="4151376"/>
            <a:ext cx="26435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Серийные номера фиксируются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вывоза и попадают в отчёт.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797296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отчуждать — вы подтверждаете письменно. До этого техника не публикуется.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ПРОЗРАЧНОСТЬ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42416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ПОЗИЦИЯ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ЗАФИКСИРОВАНА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9806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Состояние, стартовая и минимальная цена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фиксируются до старта продаж.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 видите статус каждой позиции.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4626864"/>
            <a:ext cx="5212080" cy="1133856"/>
          </a:xfrm>
          <a:prstGeom prst="roundRect">
            <a:avLst>
              <a:gd name="adj" fmla="val 4839"/>
            </a:avLst>
          </a:prstGeom>
          <a:solidFill>
            <a:srgbClr val="0C1D28"/>
          </a:solidFill>
          <a:ln/>
        </p:spPr>
      </p:sp>
      <p:pic>
        <p:nvPicPr>
          <p:cNvPr id="6" name="Image 0" descr="/home/user/mysteryslavic-2026-07-19_16-47-00/presentations/office-client/assets/ic-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5029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73352" y="4937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НИЖЕ МИНИМАЛЬНОЙ ЦЕНЫ —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ТОЛЬКО С ВАШЕГО СОГЛАСИЯ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777240"/>
            <a:ext cx="4919472" cy="530352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76288" y="1097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ПОЗИЦИИ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204704" y="105156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FE7D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204704" y="1106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950" dirty="0"/>
          </a:p>
        </p:txBody>
      </p:sp>
      <p:pic>
        <p:nvPicPr>
          <p:cNvPr id="12" name="Image 1" descr="/home/user/mysteryslavic-2026-07-19_16-47-00/presentations/office-client/assets/ph-P8-chai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517904"/>
            <a:ext cx="4151376" cy="1572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76288" y="1517904"/>
            <a:ext cx="4151376" cy="1572768"/>
          </a:xfrm>
          <a:prstGeom prst="roundRect">
            <a:avLst>
              <a:gd name="adj" fmla="val 232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76288" y="3236976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Кресло эргономичное, сетка · 17 шт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76288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887968" y="37124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space · Z02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76288" y="4014216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76288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887968" y="411480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Хорошее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76288" y="4416552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76288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Стартовая цена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887968" y="45171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6 500 ₽ / шт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876288" y="4818888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76288" y="4919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Минимальная цена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8887968" y="49194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4 000 ₽ / шт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876288" y="522122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7" name="Shape 23"/>
          <p:cNvSpPr/>
          <p:nvPr/>
        </p:nvSpPr>
        <p:spPr>
          <a:xfrm>
            <a:off x="6876288" y="5449824"/>
            <a:ext cx="1517904" cy="329184"/>
          </a:xfrm>
          <a:prstGeom prst="roundRect">
            <a:avLst>
              <a:gd name="adj" fmla="val 13889"/>
            </a:avLst>
          </a:prstGeom>
          <a:solidFill>
            <a:srgbClr val="0C1D2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76288" y="55138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ПРОДАЖЕ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ВЫВОЗА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60704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ЗАВИСИТ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ПРОДАЖ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7914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 освобождения не зависит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того, успел ли продаться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последний стол.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298448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7" name="Image 0" descr="/home/user/mysteryslavic-2026-07-19_16-47-00/presentations/office-client/assets/ic-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160934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ВЫВОЗИМ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956816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согласованное имущество уезжает к вашей дате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2926080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1" name="Image 1" descr="/home/user/mysteryslavic-2026-07-19_16-47-00/presentations/office-client/assets/ic-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383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323697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ПРОДАЁМ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3584448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дальше работаем с покупателями без вашего участия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4553712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5" name="Image 2" descr="/home/user/mysteryslavic-2026-07-19_16-47-00/presentations/office-client/assets/ic-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50109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486460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ОСТАТОК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5212080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финальный маршрут согласован заранее: передача, вторсырьё или утилизация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КОРПОРАТИВНЫЙ КОНТУР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И ДОКУМЕНТЫ БЕЗ СЮРПРИЗОВ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5" name="Image 0" descr="/home/user/mysteryslavic-2026-07-19_16-47-00/presentations/office-client/assets/ic-briefcas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677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64792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80" kern="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ПО ПРАВИЛАМ БЦ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188720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72184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дня и времени вывоза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07008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72184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пропуска и материальные пропуска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72184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грузовой лифт и маршрут движения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07008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72184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лифтов, стен и пола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07008" y="5038344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472184" y="4937760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уборка помещения после вывоза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46724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19" name="Image 1" descr="/home/user/mysteryslavic-2026-07-19_16-47-00/presentations/office-client/assets/ic-folder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4" y="226771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34276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80" kern="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 ДЛЯ БУХГАЛТЕРИИ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658204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2" name="Shape 18"/>
          <p:cNvSpPr/>
          <p:nvPr/>
        </p:nvSpPr>
        <p:spPr>
          <a:xfrm>
            <a:off x="6676492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41668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реестр имущества с маршрутом каждой позиции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6492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1668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и за сколько продано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6492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41668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акты на вывоз и утилизацию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76492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1668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итоговый отчёт по проекту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77240" y="5669280"/>
            <a:ext cx="10637215" cy="658368"/>
          </a:xfrm>
          <a:prstGeom prst="roundRect">
            <a:avLst>
              <a:gd name="adj" fmla="val 8333"/>
            </a:avLst>
          </a:prstGeom>
          <a:solidFill>
            <a:srgbClr val="0C1D2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77240" y="58704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4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ИМУЩЕСТВА — ВАША КОМПАНИЯ. МЫ ПОЛУЧАЕМ ОПЛАТУ ЗА УСЛУГУ.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60350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50976"/>
            <a:ext cx="7315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 В 2 ШАГА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694944" cy="694944"/>
          </a:xfrm>
          <a:prstGeom prst="ellipse">
            <a:avLst/>
          </a:prstGeom>
          <a:solidFill>
            <a:srgbClr val="1A2F3B"/>
          </a:solidFill>
          <a:ln w="17780">
            <a:solidFill>
              <a:srgbClr val="C89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7860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01368" y="2414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2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ПРИШЛИТЕ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801368" y="28712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минут видео офиса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дату освобождения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206240"/>
            <a:ext cx="694944" cy="694944"/>
          </a:xfrm>
          <a:prstGeom prst="ellipse">
            <a:avLst/>
          </a:prstGeom>
          <a:solidFill>
            <a:srgbClr val="1A2F3B"/>
          </a:solidFill>
          <a:ln w="17780">
            <a:solidFill>
              <a:srgbClr val="C89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8912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4224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2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ПОЛУЧИТЕ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801368" y="46817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 имущества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предварительный расчёт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79208" y="2340864"/>
            <a:ext cx="4032504" cy="2999232"/>
          </a:xfrm>
          <a:prstGeom prst="roundRect">
            <a:avLst>
              <a:gd name="adj" fmla="val 1829"/>
            </a:avLst>
          </a:prstGeom>
          <a:solidFill>
            <a:srgbClr val="1A2F3B">
              <a:alpha val="80000"/>
            </a:srgbClr>
          </a:solidFill>
          <a:ln w="19050">
            <a:solidFill>
              <a:srgbClr val="C89B45"/>
            </a:solidFill>
            <a:prstDash val="solid"/>
          </a:ln>
        </p:spPr>
      </p:sp>
      <p:pic>
        <p:nvPicPr>
          <p:cNvPr id="14" name="Image 0" descr="/home/user/mysteryslavic-2026-07-19_16-47-00/presentations/office-client/assets/ic-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564" y="2798064"/>
            <a:ext cx="621792" cy="62179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53528" y="3785616"/>
            <a:ext cx="3483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БЕСПЛАТНАЯ</a:t>
            </a:r>
            <a:endParaRPr lang="en-US" sz="19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ПРЕДВАРИТЕЛЬНАЯ</a:t>
            </a:r>
            <a:endParaRPr lang="en-US" sz="19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ПО ВИДЕО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0533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Отдельная большая инвентаризация до первичной оценки не нужна.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1206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ОБЫЧНО СПРАШИВАЮТ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ЧАСТЫЕ ВОПРОСЫ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73736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идут деньги за имущество?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23957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Напрямую вашей компании. Мы получаем оплату за услугу.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090672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3028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23380" y="173736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 непроданным?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923380" y="23957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Финальный маршрут согласуем заранее: передача, вторсырьё или утилизация.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93028" y="3090672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46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33101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данные на технике?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9684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Учётки отвязываем, накопители стираем или изымаем до передачи.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3028" y="3346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23380" y="33101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 задать минимальные цены?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923380" y="39684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Да. Фиксируем до старта продаж, ниже — только с вашего согласия.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93028" y="4663440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07592" y="48828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Работаете с юрлицами?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" y="5541264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Договор, счёт, безналичный расчёт и закрывающие документы.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6236208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3028" y="4919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23380" y="48828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Имущество на балансе или в лизинге?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923380" y="5541264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разложим, чем компания вправе распоряжаться, и только потом публикуем.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93028" y="6236208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17320" y="4754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417320" y="713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офиса под ключ · Казань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ПРИШЛИТЕ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 ОФИСА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" y="3346704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6393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ОЦЕНИМ,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ВЕРНУТЬ ДЕНЬГАМИ</a:t>
            </a:r>
            <a:endParaRPr lang="en-US" sz="1900" dirty="0"/>
          </a:p>
        </p:txBody>
      </p:sp>
      <p:pic>
        <p:nvPicPr>
          <p:cNvPr id="8" name="Image 1" descr="/home/user/mysteryslavic-2026-07-19_16-47-00/presentations/office-client/assets/ic-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74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07592" y="4956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+7 965 595-99-97</a:t>
            </a:r>
            <a:endParaRPr lang="en-US" sz="1900" dirty="0"/>
          </a:p>
        </p:txBody>
      </p:sp>
      <p:pic>
        <p:nvPicPr>
          <p:cNvPr id="10" name="Image 2" descr="/home/user/mysteryslavic-2026-07-19_16-47-00/presentations/office-client/assets/ic-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3270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07592" y="5623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ODRybakov@mail.ru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713068" y="2487168"/>
            <a:ext cx="2121408" cy="2761488"/>
          </a:xfrm>
          <a:prstGeom prst="roundRect">
            <a:avLst>
              <a:gd name="adj" fmla="val 2586"/>
            </a:avLst>
          </a:prstGeom>
          <a:solidFill>
            <a:srgbClr val="0C1D28"/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3" name="Image 3" descr="/home/user/mysteryslavic-2026-07-19_16-47-00/presentations/office-client/assets/ic-s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036" y="2724912"/>
            <a:ext cx="347472" cy="347472"/>
          </a:xfrm>
          <a:prstGeom prst="rect">
            <a:avLst/>
          </a:prstGeom>
        </p:spPr>
      </p:pic>
      <p:pic>
        <p:nvPicPr>
          <p:cNvPr id="14" name="Image 4" descr="/home/user/mysteryslavic-2026-07-19_16-47-00/presentations/office-client/assets/qr-telegr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388" y="3200400"/>
            <a:ext cx="1572768" cy="15727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13068" y="488289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9218524" y="2487168"/>
            <a:ext cx="2121408" cy="2761488"/>
          </a:xfrm>
          <a:prstGeom prst="roundRect">
            <a:avLst>
              <a:gd name="adj" fmla="val 2586"/>
            </a:avLst>
          </a:prstGeom>
          <a:solidFill>
            <a:srgbClr val="0C1D28"/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7" name="Image 5" descr="/home/user/mysteryslavic-2026-07-19_16-47-00/presentations/office-client/assets/ic-message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5492" y="2724912"/>
            <a:ext cx="347472" cy="347472"/>
          </a:xfrm>
          <a:prstGeom prst="rect">
            <a:avLst/>
          </a:prstGeom>
        </p:spPr>
      </p:pic>
      <p:pic>
        <p:nvPicPr>
          <p:cNvPr id="18" name="Image 6" descr="/home/user/mysteryslavic-2026-07-19_16-47-00/presentations/office-client/assets/qr-whatsap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844" y="3200400"/>
            <a:ext cx="1572768" cy="157276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9218524" y="488289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713068" y="5468112"/>
            <a:ext cx="4626864" cy="420624"/>
          </a:xfrm>
          <a:prstGeom prst="roundRect">
            <a:avLst>
              <a:gd name="adj" fmla="val 13043"/>
            </a:avLst>
          </a:prstGeom>
          <a:solidFill>
            <a:srgbClr val="0C1D28">
              <a:alpha val="88000"/>
            </a:srgbClr>
          </a:solidFill>
          <a:ln/>
        </p:spPr>
      </p:sp>
      <p:sp>
        <p:nvSpPr>
          <p:cNvPr id="21" name="Text 12"/>
          <p:cNvSpPr txBox="1"/>
          <p:nvPr/>
        </p:nvSpPr>
        <p:spPr>
          <a:xfrm>
            <a:off x="6713068" y="546811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Наведите камеру — напишите нам в мессенджер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Продай за меня — Офисы. Клиентская презентация</dc:title>
  <dc:subject>PptxGenJS Presentation</dc:subject>
  <dc:creator>Продай за меня</dc:creator>
  <cp:lastModifiedBy>Продай за меня</cp:lastModifiedBy>
  <cp:revision>1</cp:revision>
  <dcterms:created xsi:type="dcterms:W3CDTF">2026-09-06T16:47:16Z</dcterms:created>
  <dcterms:modified xsi:type="dcterms:W3CDTF">2026-09-06T16:47:16Z</dcterms:modified>
</cp:coreProperties>
</file>